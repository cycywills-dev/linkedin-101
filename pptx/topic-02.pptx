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02 · 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Personal Branding 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Your brand is what people say about you when you're not in the room. Start where you are — and build 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02 — Personal Branding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2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Define what a personal brand is and why it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Match branding actions to your current network size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Apply consistency, proof, and social proof to build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02 — Personal Branding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01 · PERSONAL BRANDING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Branding tips by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Pick the stage that matches your current network, then work the tactics for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35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12848"/>
            <a:ext cx="201168" cy="20116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2084832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9E5B"/>
                </a:solidFill>
                <a:latin typeface="Segoe UI Semibold"/>
              </a:rPr>
              <a:t>🟢 Beginner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2941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0–100 connections · set a strong foundation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53512"/>
            <a:ext cx="3352800" cy="28529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Define your 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Pick 1–2 areas to be known for. "UX + fintech" beats just "design".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Be consistent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Same name, photo, and tone across LinkedIn, résumé, and email.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Show, don't just tell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3892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Add portfolio links and project media — proof beats claims.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360" y="1920240"/>
            <a:ext cx="335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6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32960" y="2212848"/>
            <a:ext cx="201168" cy="201168"/>
          </a:xfrm>
          <a:prstGeom prst="ellipse">
            <a:avLst/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4712" y="2084832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A66C2"/>
                </a:solidFill>
                <a:latin typeface="Segoe UI Semibold"/>
              </a:rPr>
              <a:t>🔵 Intermediate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960" y="2423160"/>
            <a:ext cx="2941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100–500 connections · build visibility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4360" y="2953512"/>
            <a:ext cx="3352800" cy="28529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960" y="315468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Post 1–3× per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2960" y="340156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Share lessons, wins, or questions. Consistency beats virality.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960" y="402336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Give before you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960" y="427024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Comment with insight and share resources before making an ask.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2960" y="489204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Engage daily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960" y="513892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Comments you leave on others' posts are content too.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1480" y="1920240"/>
            <a:ext cx="33528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60080" y="2212848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1832" y="2084832"/>
            <a:ext cx="271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8B5CF6"/>
                </a:solidFill>
                <a:latin typeface="Segoe UI Semibold"/>
              </a:rPr>
              <a:t>🟣 Advanced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0080" y="2423160"/>
            <a:ext cx="2941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500+ connections · grow reputation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1480" y="2953512"/>
            <a:ext cx="3352800" cy="285292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0080" y="315468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Collect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40156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2–3 strong written recs dramatically boost credibility.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0080" y="402336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Refresh every 3–6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0080" y="427024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Update skills, roles, and headline; toggle "Open to Work".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0080" y="4892040"/>
            <a:ext cx="2941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B2533"/>
                </a:solidFill>
                <a:latin typeface="Segoe UI"/>
              </a:rPr>
              <a:t>Lead the conversation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0080" y="5138928"/>
            <a:ext cx="29413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Move from sharing to thought leadership in your niche.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02 — Personal Branding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01 · PERSONAL BRANDING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The five habits of a strong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These compound over time — small, consistent actions build reputation.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1B2533"/>
                </a:solidFill>
                <a:latin typeface="Segoe UI"/>
              </a:rPr>
              <a:t>Define a niche identity — be searchable and memorable for 1–2 specific things.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1B2533"/>
                </a:solidFill>
                <a:latin typeface="Segoe UI"/>
              </a:rPr>
              <a:t>Stay consistent across every channel — consistency is what builds trust.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1B2533"/>
                </a:solidFill>
                <a:latin typeface="Segoe UI"/>
              </a:rPr>
              <a:t>Provide proof of work — portfolio links, media, and slide decks beat claims.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1B2533"/>
                </a:solidFill>
                <a:latin typeface="Segoe UI"/>
              </a:rPr>
              <a:t>Give value before you ask — congratulate, comment, and share useful resources.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0A66C2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1B2533"/>
                </a:solidFill>
                <a:latin typeface="Segoe UI"/>
              </a:rPr>
              <a:t>Gather social proof — recommendations and endorsements from people who know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02 — Personal Branding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Your brand is your reputation — manage it deliberately.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Match your tactics to your stage: foundation → visibility → reputation.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Consistency and proof of work build trust faster than self-description.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Give value first; social proof and recommendations seal credibility.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"Your network is a reflection of your brand — build it with intention."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02 — Personal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