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04 · 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Headline &amp; Your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Your headline is what shows up in search. Your About section tells the story behind it. Here is the formula for both.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04 — Headline &amp;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2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Write a headline using the Role | Value Prop | Passion formula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Rewrite weak headlines into searchable, memorable 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Draft a punchy first-person About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04 — Headline &amp;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03 · YOUR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The headline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10607040" cy="713232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Formula:   Role  |  Value Prop  |  Passion /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106070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633472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D84A4A"/>
                </a:solidFill>
                <a:latin typeface="Segoe UI"/>
              </a:rPr>
              <a:t>✗  Student at University of Michigan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552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✓  CS Student | Full-Stack Intern @ Google | Building accessible web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75888"/>
            <a:ext cx="106070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84048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245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D84A4A"/>
                </a:solidFill>
                <a:latin typeface="Segoe UI"/>
              </a:rPr>
              <a:t>✗  Looking for 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622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✓  Marketing Coordinator | Content Strategy | Helping B2B brands grow through storytelling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82896"/>
            <a:ext cx="106070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504748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315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D84A4A"/>
                </a:solidFill>
                <a:latin typeface="Segoe UI"/>
              </a:rPr>
              <a:t>✗  Software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6692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✓  Software Engineer @ Stripe | Open-source contributor | Passionate about fintech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04 — Headline &amp;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SECTION 03 · YOUR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Your About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C2"/>
                </a:solidFill>
                <a:latin typeface="Segoe UI"/>
              </a:rPr>
              <a:t>Write in the first person. Tell your story in 3–5 punchy sentences.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286000"/>
            <a:ext cx="411480" cy="41148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Who you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186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A9B4C2"/>
                </a:solidFill>
                <a:latin typeface="Segoe UI"/>
              </a:rPr>
              <a:t>Open with your current role or focus and the value you bring.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286000"/>
            <a:ext cx="411480" cy="41148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What you've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186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A9B4C2"/>
                </a:solidFill>
                <a:latin typeface="Segoe UI"/>
              </a:rPr>
              <a:t>Highlight 2–3 concrete wins, projects, or experiences.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2286000"/>
            <a:ext cx="411480" cy="411480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803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What you're looking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2186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A9B4C2"/>
                </a:solidFill>
                <a:latin typeface="Segoe UI"/>
              </a:rPr>
              <a:t>End with your goal — the roles, people, or work you want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14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10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114800"/>
            <a:ext cx="91440" cy="10058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20624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💡  Keep it human. First person, short sentences, and a clear ask read far better than a formal third-person bio.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04 — Headline &amp;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Headline = Role | Value Prop | Passion — it is what appears in search results.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Replace vague lines like "Looking for opportunities" with specific value.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Write your About section in the first person, in 3–5 punchy sentences.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Structure it as: who you are → what you've done → what you want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"Don't describe a job title — tell people the value you create."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04 — Headline &amp;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