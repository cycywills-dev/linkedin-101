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05 · 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Building Your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Start with people you know. Grow with purpose. A strong network is the single biggest driver of opportunity on LinkedIn.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05 — Networking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6E7E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Apply the four principles of strategic networking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Prioritise who to connect with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Send personalised connection requests using proven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05 — 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04 ·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Four principles of strategic 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19379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82296" cy="132588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2140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🔗 Always personalise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Mention how you know them or why you want to connect. Generic requests get ignored.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920240"/>
            <a:ext cx="519379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0488" y="1920240"/>
            <a:ext cx="82296" cy="132588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2140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💬 Value first, ask second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51460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Comment on a post or congratulate a win before asking for anything.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47288"/>
            <a:ext cx="519379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447288"/>
            <a:ext cx="82296" cy="132588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4845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📈 Target 2nd-degree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8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Shared mutuals create instant common ground and make outreach feel natural.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447288"/>
            <a:ext cx="519379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3447288"/>
            <a:ext cx="82296" cy="1325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64845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🔔 Follow target companies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041648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Stay updated on openings and culture; engage with their posts to get noticed.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389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Who to connect with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864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Classmates  →  Professors  →  Alumni  →  Past internship teammates  →  Speakers at events you attend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05 — Networking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The perfect connection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Personalised requests are accepted far more often. Adapt these to your situation.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0607040" cy="12070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286000"/>
            <a:ext cx="2221992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Peer / Classmate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70048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DEE6"/>
                </a:solidFill>
                <a:latin typeface="Segoe UI"/>
              </a:rPr>
              <a:t>"Hi [Name], we're both studying [field] at [University]. I've seen your work on [project/class] and would love to stay connected as we navigate post-grad life. Hope to keep in touch!"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38144"/>
            <a:ext cx="10607040" cy="12070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621024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Alumni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005072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DEE6"/>
                </a:solidFill>
                <a:latin typeface="Segoe UI"/>
              </a:rPr>
              <a:t>"Hi [Name], I'm a [year] student at [University] studying [major]. Your path from [University] to [Company] is really inspiring — I'd love to connect and learn from your journey. No pressure at all!"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73168"/>
            <a:ext cx="10607040" cy="12070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956048"/>
            <a:ext cx="3172968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Recruiter / 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340096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DEE6"/>
                </a:solidFill>
                <a:latin typeface="Segoe UI"/>
              </a:rPr>
              <a:t>"Hi [Name], I came across your profile while researching [Company]. I'm really interested in [role/field] and your work on [specific thing] stood out. I'd love to connect and follow along."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05 — 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Always personalise — say how you know them or why you're reaching out.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Give value before you ask; engage with their content first.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Target 2nd-degree connections to leverage shared mutuals.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Start close (classmates, professors, alumni) and grow outward with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"Generic requests get ignored — a single personal sentence changes everything."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05 —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