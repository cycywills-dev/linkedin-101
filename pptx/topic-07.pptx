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07 · 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Job Search &amp; Applying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LinkedIn is where most roles are filled. Learn to find openings before they hit the job board — and apply in a way that gets noticed.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2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Set up alerts and find hidden openings via hashtags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Apply strategically and research hiring managers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Use referrals and follow-ups to stand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06 · JOB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The scale of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LinkedIn is the dominant professional network in many markets — here is Germany / DACH.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66C2"/>
                </a:solidFill>
                <a:latin typeface="Segoe UI Semibold"/>
              </a:rPr>
              <a:t>16M+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1635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LinkedIn users in Germany (2023)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6596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66C2"/>
                </a:solidFill>
                <a:latin typeface="Segoe UI Semibold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1635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Professional network in DACH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19456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66C2"/>
                </a:solidFill>
                <a:latin typeface="Segoe UI Semibold"/>
              </a:rPr>
              <a:t>3M+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1635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Active job listings in Germany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24871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194560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66C2"/>
                </a:solidFill>
                <a:latin typeface="Segoe UI Semibold"/>
              </a:rPr>
              <a:t>67M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16352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Companies worldwide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10607040" cy="224028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2219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Major employers active on LinkedIn 🇩🇪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97680"/>
            <a:ext cx="813816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429768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Siemens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429768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BMW Group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0368" y="429768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Bosch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4808" y="4297680"/>
            <a:ext cx="2002536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Deutsche Bank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0224" y="4297680"/>
            <a:ext cx="2002536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Mercedes-Benz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800600"/>
            <a:ext cx="2359152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Deutsche Telekom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93592" y="48006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Allianz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5776" y="48006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Zalando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8006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06 · JOB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Six steps to a smarter job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01  Set up job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Search role + location → 'Set Alert'. Be first to apply to new postings.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92024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0488" y="192024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031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02  Search hiring hashtags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87168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#hiring #vacancy #opportunity #nowhiring #jobopening — find posts the job board misses.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7355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273552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564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03  Use 'Easy Apply' strategically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Great for volume, but apply on company sites for competitive roles.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27355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3273552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4564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04  Research hiring managers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840480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Find them before applying and personalise your message to their team.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26864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62686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0974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05  Ask for 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93792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A 1st/2nd-degree connection at the company hugely boosts your chances.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626864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8" y="462686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80974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66C2"/>
                </a:solidFill>
                <a:latin typeface="Segoe UI Semibold"/>
              </a:rPr>
              <a:t>06  Follow up thoughtfully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5193792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5E6E7E"/>
                </a:solidFill>
                <a:latin typeface="Segoe UI"/>
              </a:rPr>
              <a:t>A brief, confident message to the recruiter after applying sets you apart.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SECTION 06 · JOB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The hidden job market: hashtags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Many recruiters post openings directly in their feed — these never appear on the job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🔎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Search #hiring, #vacancy, #opportunity, #nowhiring, #jobopening in the search bar.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📍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Recruiter posts include role, location, level, and an invitation to comment or DM.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💬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Engage early — comment or DM the hiring manager directly while the post is fresh.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🤝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Tag or refer a great fit — visible engagement gets you noticed by the recruiter.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Set alerts so you're first to apply to new postings.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Search hiring hashtags to reach openings that never hit the job board.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Research the hiring manager and personalise before you apply.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Referrals are one of the top hiring channels — always ask a connection.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"Referrals are consistently one of the top hiring channels — use your network."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07 — Job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