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09 ·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Your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You don't need to be perfect — you just need to start. Here is exactly what to do today, this week, and this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09 — Action Plan &amp;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YOUR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Leave here ready to 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3383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 Semibold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8803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0A66C2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Create an account at linkedin.com if you don't have one (it's free)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0A66C2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Set up your first impression: photo, banner, and headline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0A66C2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Send 3–5 connection requests to people who'll recognise your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 Semibold"/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8803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Write your About summary — in the first person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Add your top 3 experiences and 5 skills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Follow 5 companies you admire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Comment thoughtfully on 3 posts in your feed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874519"/>
            <a:ext cx="338328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1874519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 Semibold"/>
              </a:rPr>
              <a:t>This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560320"/>
            <a:ext cx="28803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8B5CF6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Grow to 50–100 connections — only people you know or have met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8B5CF6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Request 2 recommendations from people who know your work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8B5CF6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Post your first piece of content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00" b="1" i="0">
                <a:solidFill>
                  <a:srgbClr val="8B5CF6"/>
                </a:solidFill>
                <a:latin typeface="Segoe UI"/>
              </a:rPr>
              <a:t>✓  </a:t>
            </a:r>
            <a:r>
              <a:rPr sz="1100" b="0" i="0">
                <a:solidFill>
                  <a:srgbClr val="1B2533"/>
                </a:solidFill>
                <a:latin typeface="Segoe UI"/>
              </a:rPr>
              <a:t>Apply to 3 jobs or internships that match your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09 — Action Plan &amp;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KEEP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Helpful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193792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12848"/>
            <a:ext cx="3913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📘 LinkedIn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0912" y="2212848"/>
            <a:ext cx="795528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Free courses on LinkedIn basics, personal branding, and job searching.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2011680"/>
            <a:ext cx="5193792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2212848"/>
            <a:ext cx="3913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📰 LinkedIn's Official Blog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59" y="2212848"/>
            <a:ext cx="795528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65176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Up-to-date tips on profile optimisation, algorithm changes, and career advice.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11880"/>
            <a:ext cx="5193792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13048"/>
            <a:ext cx="3913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🎨 Canva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3813048"/>
            <a:ext cx="795528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Free templates for your LinkedIn banner — search 'LinkedIn banner' and customise.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611880"/>
            <a:ext cx="5193792" cy="137160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3813048"/>
            <a:ext cx="3913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🎓 Alumni Networks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59" y="3813048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Built-in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25196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University page → Alumni → filter by company or location to find connections.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09 — Action Plan &amp;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Your Network Is Your Net Worth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977639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You don't need to be perfect — you just need to start. Update your profile this week. Your future self will thank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12080"/>
            <a:ext cx="2743200" cy="64008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Cyhana Williams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 i="0">
                <a:solidFill>
                  <a:srgbClr val="409AE0"/>
                </a:solidFill>
                <a:latin typeface="Segoe UI"/>
              </a:rPr>
              <a:t>Co-founder, African Women in GIS  ·  linktr.ee/cyhana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09 — Action Plan &amp;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